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021463d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021463d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2021463d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2021463d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021463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021463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2021463d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2021463d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2021463d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2021463d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2021463d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2021463d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2021463d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2021463d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2021463d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2021463d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2021463d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2021463d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021463d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021463d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2021463d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2021463d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2021463d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2021463d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2021463d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2021463d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2021463d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2021463d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2021463d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2021463d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2021463d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2021463d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2021463d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2021463d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2021463d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2021463d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2021463d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2021463d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2021463d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2021463d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0"/>
            <a:ext cx="86019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950" y="686700"/>
            <a:ext cx="8428350" cy="378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825" y="255825"/>
            <a:ext cx="7916624" cy="43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75" y="395300"/>
            <a:ext cx="8011451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75" y="445025"/>
            <a:ext cx="8603924" cy="446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75" y="269300"/>
            <a:ext cx="8901626" cy="42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575" y="445025"/>
            <a:ext cx="8465725" cy="45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601900" cy="44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50" y="511650"/>
            <a:ext cx="8205300" cy="330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566833"/>
            <a:ext cx="8292225" cy="1576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2425"/>
            <a:ext cx="8927074" cy="42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825" y="0"/>
            <a:ext cx="8442350" cy="40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50" y="1306760"/>
            <a:ext cx="8375000" cy="376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013" y="390463"/>
            <a:ext cx="681037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50" y="107725"/>
            <a:ext cx="8024951" cy="18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50" y="2444800"/>
            <a:ext cx="7986851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850" y="80800"/>
            <a:ext cx="7178149" cy="4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75" y="201975"/>
            <a:ext cx="8711126" cy="41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2750"/>
            <a:ext cx="8601900" cy="46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50075"/>
            <a:ext cx="8359551" cy="41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36625"/>
            <a:ext cx="8520600" cy="41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500" y="366725"/>
            <a:ext cx="879242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75" y="147650"/>
            <a:ext cx="8520601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